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9144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55448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21945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283464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4747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969264"/>
            <a:ext cx="18288" cy="3200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8229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Healing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– AI Use Case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50292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517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AI-Powered Self-Healing Transforms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Frameworks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7373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Java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3749040"/>
            <a:ext cx="17373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3749040"/>
            <a:ext cx="17373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Healenium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17373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DeepLearning4J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Test Automation | AI-Powered Framework |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560320" cy="22860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failures 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locator changes,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 bugs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73152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Brittle Locators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XPath/CSS selectors break with every UI release, causing false failures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73152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Manual Maintenance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hours fixing selectors instead of writing new tests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6517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2651760"/>
            <a:ext cx="73152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Reduced Coverage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failures leads to fewer automated tests being written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6517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651760"/>
            <a:ext cx="73152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High TCO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upkeep drives up the total cost of automation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Auto Healing – Automation – AI Use Case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AUTO-HEALING?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layer that detects broken locators at runtime and automatically recovers them — without manual intervention.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468880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246888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not found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thrown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2286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468880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600200"/>
            <a:ext cx="246888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Kicks 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healing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attempted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286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2468880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600200"/>
            <a:ext cx="2468880" cy="109728"/>
          </a:xfrm>
          <a:prstGeom prst="rect">
            <a:avLst/>
          </a:prstGeom>
          <a:solidFill>
            <a:srgbClr val="00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locator saved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continues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Key Benefits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test failures from UI locator drift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locator repository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 cycles with confidence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Auto Healing – Automation – AI Use Case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MULTI-STRATEGY HEALING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73152"/>
          </a:xfrm>
          <a:prstGeom prst="rect">
            <a:avLst/>
          </a:prstGeom>
          <a:solidFill>
            <a:srgbClr val="00CFB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🛤  Path Recovery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63240" y="1280160"/>
            <a:ext cx="1188720" cy="274320"/>
          </a:xfrm>
          <a:prstGeom prst="rect">
            <a:avLst/>
          </a:prstGeom>
          <a:solidFill>
            <a:srgbClr val="00CFB4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Fast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the DOM path using parent-child relationships when element position shifts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41148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Attribute Matching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0" y="1280160"/>
            <a:ext cx="118872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Reliable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691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candidate elements by id, name, class, type, text similarity weighting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41148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Fuzzy / Semantic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63240" y="3108960"/>
            <a:ext cx="118872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06324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Smart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5204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text matching handles label changes and localization variations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26080"/>
            <a:ext cx="41148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Computer Vision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98080" y="3108960"/>
            <a:ext cx="1188720" cy="2743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— Powerful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5204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DeepLearning4J CNN recognizes element by visual appearance, not DOM 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Auto Healing – Automation – AI Use Case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FB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HEALENIUM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Self-Healing for Selenium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0" y="182880"/>
            <a:ext cx="2651760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263640" y="320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healenium/healenium-web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63640" y="685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Spring Boot Backend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+ PostgreSQL Storage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384048" cy="384048"/>
          </a:xfrm>
          <a:prstGeom prst="ellipse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</a:rPr>
              <a:t>Proxy Driver: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137160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SelfHealingDriver wraps WebDriver — zero code changes needed in your existing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1801368"/>
            <a:ext cx="54864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121408"/>
            <a:ext cx="384048" cy="384048"/>
          </a:xfrm>
          <a:prstGeom prst="ellipse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07568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</a:rPr>
              <a:t>Tree Snapshot: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07568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On first successful run, Healenium saves a DOM tree snapshot of each located element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2505456"/>
            <a:ext cx="54864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2825496"/>
            <a:ext cx="384048" cy="384048"/>
          </a:xfrm>
          <a:prstGeom prst="ellipse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77977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</a:rPr>
              <a:t>Failure Detection: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2779776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When NoSuchElementException fires, healing engine is triggered automatically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" y="3209544"/>
            <a:ext cx="54864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529584"/>
            <a:ext cx="384048" cy="384048"/>
          </a:xfrm>
          <a:prstGeom prst="ellipse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34838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</a:rPr>
              <a:t>Candidate Scoring: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3483864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Compares saved snapshot to current DOM using node path similarity algorithm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" y="3913632"/>
            <a:ext cx="54864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233672"/>
            <a:ext cx="384048" cy="384048"/>
          </a:xfrm>
          <a:prstGeom prst="ellipse">
            <a:avLst/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33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41879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</a:rPr>
              <a:t>Auto Fix + Report: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77440" y="418795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Best-match locator is used, healed locator stored, HTML report generated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Auto Healing – Automation – AI Use Case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137160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441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+ Page Object Model + BaseTest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137160" cy="594360"/>
          </a:xfrm>
          <a:prstGeom prst="rect">
            <a:avLst/>
          </a:prstGeom>
          <a:solidFill>
            <a:srgbClr val="00CFB4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73736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 Proxy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SelfHealingDriver (Healenium) / Custom HealingStrategy Interface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13716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42316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7157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Recovery → Attribute Match → Fuzzy NLP → Computer Vision (DL4J)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137160" cy="59436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10896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4015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Locator Store / Healing Audit Log / Screenshot Archive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13716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794760"/>
            <a:ext cx="841248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CI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0873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Reports / Jenkins Pipeline / Slack Alerts on Heal Events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Auto Healing – Automation – AI Use Case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IMPACT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1920240" cy="91440"/>
          </a:xfrm>
          <a:prstGeom prst="rect">
            <a:avLst/>
          </a:prstGeom>
          <a:solidFill>
            <a:srgbClr val="00CFB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Failures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960120"/>
            <a:ext cx="192024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Test Suite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1920240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960120"/>
            <a:ext cx="192024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960120"/>
            <a:ext cx="1920240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960120"/>
            <a:ext cx="19202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67512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Heal Events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Before vs After — Typical Project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269748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3520440"/>
            <a:ext cx="269748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3520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520440"/>
            <a:ext cx="269748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3520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26974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failure rate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3794760"/>
            <a:ext cx="26974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per sprint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3794760"/>
            <a:ext cx="26974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per sprint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069080"/>
            <a:ext cx="26974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fix effort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0" y="4069080"/>
            <a:ext cx="26974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days/sprint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52160" y="4069080"/>
            <a:ext cx="26974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hour/sprint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343400"/>
            <a:ext cx="26974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3434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growth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08960" y="4343400"/>
            <a:ext cx="26974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0" y="43434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852160" y="4343400"/>
            <a:ext cx="269748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0" y="43434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per quarter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617720"/>
            <a:ext cx="26974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617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stability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108960" y="4617720"/>
            <a:ext cx="26974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0" y="4617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52160" y="4617720"/>
            <a:ext cx="26974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0" y="4617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Auto Healing – Automation – AI Use Case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maintaining. Start innovating.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FB4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3375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Integrate Healenium into existing Selenium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37216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Define custom HealingStrategy for domain-specific logic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410565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Instrument CI pipeline with heal-event monitoring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Auto Healing – Automation – AI Use Case  |  Selenium + Java + TestNG + Healenium + DL4J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Healing – Automation – AI Use Case</dc:title>
  <dc:subject>PptxGenJS Presentation</dc:subject>
  <dc:creator>PptxGenJS</dc:creator>
  <cp:lastModifiedBy>PptxGenJS</cp:lastModifiedBy>
  <cp:revision>1</cp:revision>
  <dcterms:created xsi:type="dcterms:W3CDTF">2026-05-21T13:17:36Z</dcterms:created>
  <dcterms:modified xsi:type="dcterms:W3CDTF">2026-05-21T13:17:36Z</dcterms:modified>
</cp:coreProperties>
</file>