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Self-Healing Test Automation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Automation scripts break frequently</a:t>
            </a:r>
          </a:p>
          <a:p>
            <a:r>
              <a:t>High maintenance</a:t>
            </a:r>
          </a:p>
          <a:p>
            <a:r>
              <a:t>Flaky tests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failures</a:t>
            </a:r>
          </a:p>
          <a:p>
            <a:r>
              <a:t>Automate locator fixes</a:t>
            </a:r>
          </a:p>
          <a:p>
            <a:r>
              <a:t>Improve efficiency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AI-based healing</a:t>
            </a:r>
          </a:p>
          <a:p>
            <a:r>
              <a:t>Smart locator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Selenium + TestNG</a:t>
            </a:r>
          </a:p>
          <a:p>
            <a:r>
              <a:t>AI Engine</a:t>
            </a:r>
          </a:p>
          <a:p>
            <a:r>
              <a:t>REST APIs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60% less maintenance</a:t>
            </a:r>
          </a:p>
          <a:p>
            <a:r>
              <a:t>Faster execution</a:t>
            </a:r>
          </a:p>
          <a:p>
            <a:r>
              <a:t>Stable tests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Failure reduced from 40% to 10%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testing</a:t>
            </a:r>
          </a:p>
          <a:p>
            <a:r>
              <a:t>AI pipelines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improves testing efficiency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