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Self-Healing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Framework using Selenium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Frequent failures</a:t>
            </a:r>
          </a:p>
          <a:p>
            <a:r>
              <a:t>High maintenance</a:t>
            </a:r>
          </a:p>
          <a:p>
            <a:r>
              <a:t>Flaky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AI-based healing</a:t>
            </a:r>
          </a:p>
          <a:p>
            <a:r>
              <a:t>Dynamic locator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Selenium + AI Engine + Locator 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Weighted similarity scoring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Java, Selenium, TestNG,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60% less maintenance</a:t>
            </a:r>
          </a:p>
          <a:p>
            <a:r>
              <a:t>Faster execution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Failures reduced from 40% to 10%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testing</a:t>
            </a:r>
          </a:p>
          <a:p>
            <a:r>
              <a:t>AI pipelines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improves QA efficiency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